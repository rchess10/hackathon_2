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6"/>
  </p:notesMasterIdLst>
  <p:sldIdLst>
    <p:sldId id="256" r:id="rId3"/>
    <p:sldId id="257" r:id="rId4"/>
    <p:sldId id="258" r:id="rId5"/>
    <p:sldId id="263" r:id="rId6"/>
    <p:sldId id="268" r:id="rId7"/>
    <p:sldId id="259" r:id="rId8"/>
    <p:sldId id="264" r:id="rId9"/>
    <p:sldId id="267" r:id="rId10"/>
    <p:sldId id="260" r:id="rId11"/>
    <p:sldId id="261" r:id="rId12"/>
    <p:sldId id="265" r:id="rId13"/>
    <p:sldId id="266" r:id="rId14"/>
    <p:sldId id="262" r:id="rId15"/>
  </p:sldIdLst>
  <p:sldSz cx="9144000" cy="5143500" type="screen16x9"/>
  <p:notesSz cx="6858000" cy="9144000"/>
  <p:embeddedFontLst>
    <p:embeddedFont>
      <p:font typeface="Oswald" panose="00000500000000000000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62F545-D69B-4F9C-8F67-B7B0F1473D16}" v="11" dt="2025-11-24T11:42:19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ois Neveu" userId="b81bbef4-a3fd-44cf-acec-7c583c93d362" providerId="ADAL" clId="{1E9D56E0-F4AD-485C-B9E6-E78DA5C4D1B4}"/>
    <pc:docChg chg="custSel addSld delSld modSld">
      <pc:chgData name="Francois Neveu" userId="b81bbef4-a3fd-44cf-acec-7c583c93d362" providerId="ADAL" clId="{1E9D56E0-F4AD-485C-B9E6-E78DA5C4D1B4}" dt="2025-11-24T13:52:18.998" v="299" actId="20577"/>
      <pc:docMkLst>
        <pc:docMk/>
      </pc:docMkLst>
      <pc:sldChg chg="modSp mod">
        <pc:chgData name="Francois Neveu" userId="b81bbef4-a3fd-44cf-acec-7c583c93d362" providerId="ADAL" clId="{1E9D56E0-F4AD-485C-B9E6-E78DA5C4D1B4}" dt="2025-11-24T10:45:12.430" v="32" actId="20577"/>
        <pc:sldMkLst>
          <pc:docMk/>
          <pc:sldMk cId="0" sldId="257"/>
        </pc:sldMkLst>
        <pc:spChg chg="mod">
          <ac:chgData name="Francois Neveu" userId="b81bbef4-a3fd-44cf-acec-7c583c93d362" providerId="ADAL" clId="{1E9D56E0-F4AD-485C-B9E6-E78DA5C4D1B4}" dt="2025-11-24T10:45:12.430" v="32" actId="20577"/>
          <ac:spMkLst>
            <pc:docMk/>
            <pc:sldMk cId="0" sldId="257"/>
            <ac:spMk id="110" creationId="{00000000-0000-0000-0000-000000000000}"/>
          </ac:spMkLst>
        </pc:spChg>
      </pc:sldChg>
      <pc:sldChg chg="modSp mod">
        <pc:chgData name="Francois Neveu" userId="b81bbef4-a3fd-44cf-acec-7c583c93d362" providerId="ADAL" clId="{1E9D56E0-F4AD-485C-B9E6-E78DA5C4D1B4}" dt="2025-11-24T13:52:18.998" v="299" actId="20577"/>
        <pc:sldMkLst>
          <pc:docMk/>
          <pc:sldMk cId="0" sldId="258"/>
        </pc:sldMkLst>
        <pc:spChg chg="mod">
          <ac:chgData name="Francois Neveu" userId="b81bbef4-a3fd-44cf-acec-7c583c93d362" providerId="ADAL" clId="{1E9D56E0-F4AD-485C-B9E6-E78DA5C4D1B4}" dt="2025-11-24T13:52:18.998" v="299" actId="20577"/>
          <ac:spMkLst>
            <pc:docMk/>
            <pc:sldMk cId="0" sldId="258"/>
            <ac:spMk id="117" creationId="{00000000-0000-0000-0000-000000000000}"/>
          </ac:spMkLst>
        </pc:spChg>
      </pc:sldChg>
      <pc:sldChg chg="modSp mod">
        <pc:chgData name="Francois Neveu" userId="b81bbef4-a3fd-44cf-acec-7c583c93d362" providerId="ADAL" clId="{1E9D56E0-F4AD-485C-B9E6-E78DA5C4D1B4}" dt="2025-11-24T10:50:56.324" v="46" actId="20577"/>
        <pc:sldMkLst>
          <pc:docMk/>
          <pc:sldMk cId="0" sldId="259"/>
        </pc:sldMkLst>
        <pc:spChg chg="mod">
          <ac:chgData name="Francois Neveu" userId="b81bbef4-a3fd-44cf-acec-7c583c93d362" providerId="ADAL" clId="{1E9D56E0-F4AD-485C-B9E6-E78DA5C4D1B4}" dt="2025-11-24T10:50:56.324" v="46" actId="20577"/>
          <ac:spMkLst>
            <pc:docMk/>
            <pc:sldMk cId="0" sldId="259"/>
            <ac:spMk id="124" creationId="{00000000-0000-0000-0000-000000000000}"/>
          </ac:spMkLst>
        </pc:spChg>
      </pc:sldChg>
      <pc:sldChg chg="delSp mod">
        <pc:chgData name="Francois Neveu" userId="b81bbef4-a3fd-44cf-acec-7c583c93d362" providerId="ADAL" clId="{1E9D56E0-F4AD-485C-B9E6-E78DA5C4D1B4}" dt="2025-11-24T13:32:59.974" v="220" actId="478"/>
        <pc:sldMkLst>
          <pc:docMk/>
          <pc:sldMk cId="0" sldId="261"/>
        </pc:sldMkLst>
        <pc:spChg chg="del">
          <ac:chgData name="Francois Neveu" userId="b81bbef4-a3fd-44cf-acec-7c583c93d362" providerId="ADAL" clId="{1E9D56E0-F4AD-485C-B9E6-E78DA5C4D1B4}" dt="2025-11-24T13:32:59.974" v="220" actId="478"/>
          <ac:spMkLst>
            <pc:docMk/>
            <pc:sldMk cId="0" sldId="261"/>
            <ac:spMk id="142" creationId="{00000000-0000-0000-0000-000000000000}"/>
          </ac:spMkLst>
        </pc:spChg>
        <pc:spChg chg="del">
          <ac:chgData name="Francois Neveu" userId="b81bbef4-a3fd-44cf-acec-7c583c93d362" providerId="ADAL" clId="{1E9D56E0-F4AD-485C-B9E6-E78DA5C4D1B4}" dt="2025-11-24T13:32:55.096" v="219" actId="478"/>
          <ac:spMkLst>
            <pc:docMk/>
            <pc:sldMk cId="0" sldId="261"/>
            <ac:spMk id="143" creationId="{00000000-0000-0000-0000-000000000000}"/>
          </ac:spMkLst>
        </pc:spChg>
      </pc:sldChg>
      <pc:sldChg chg="modSp mod">
        <pc:chgData name="Francois Neveu" userId="b81bbef4-a3fd-44cf-acec-7c583c93d362" providerId="ADAL" clId="{1E9D56E0-F4AD-485C-B9E6-E78DA5C4D1B4}" dt="2025-11-24T11:39:04.871" v="175" actId="207"/>
        <pc:sldMkLst>
          <pc:docMk/>
          <pc:sldMk cId="1619710809" sldId="263"/>
        </pc:sldMkLst>
        <pc:spChg chg="mod">
          <ac:chgData name="Francois Neveu" userId="b81bbef4-a3fd-44cf-acec-7c583c93d362" providerId="ADAL" clId="{1E9D56E0-F4AD-485C-B9E6-E78DA5C4D1B4}" dt="2025-11-24T11:39:04.871" v="175" actId="207"/>
          <ac:spMkLst>
            <pc:docMk/>
            <pc:sldMk cId="1619710809" sldId="263"/>
            <ac:spMk id="124" creationId="{68C3B7E7-1D5D-1E5F-6DED-AF2CB62852DE}"/>
          </ac:spMkLst>
        </pc:spChg>
      </pc:sldChg>
      <pc:sldChg chg="modSp mod">
        <pc:chgData name="Francois Neveu" userId="b81bbef4-a3fd-44cf-acec-7c583c93d362" providerId="ADAL" clId="{1E9D56E0-F4AD-485C-B9E6-E78DA5C4D1B4}" dt="2025-11-24T11:44:57.153" v="215" actId="790"/>
        <pc:sldMkLst>
          <pc:docMk/>
          <pc:sldMk cId="163263830" sldId="264"/>
        </pc:sldMkLst>
        <pc:spChg chg="mod">
          <ac:chgData name="Francois Neveu" userId="b81bbef4-a3fd-44cf-acec-7c583c93d362" providerId="ADAL" clId="{1E9D56E0-F4AD-485C-B9E6-E78DA5C4D1B4}" dt="2025-11-24T11:44:57.153" v="215" actId="790"/>
          <ac:spMkLst>
            <pc:docMk/>
            <pc:sldMk cId="163263830" sldId="264"/>
            <ac:spMk id="124" creationId="{B4D5288B-FB2E-40B9-FA5D-2D81D7E1356C}"/>
          </ac:spMkLst>
        </pc:spChg>
      </pc:sldChg>
      <pc:sldChg chg="addSp delSp modSp mod">
        <pc:chgData name="Francois Neveu" userId="b81bbef4-a3fd-44cf-acec-7c583c93d362" providerId="ADAL" clId="{1E9D56E0-F4AD-485C-B9E6-E78DA5C4D1B4}" dt="2025-11-24T11:24:45.496" v="110" actId="1076"/>
        <pc:sldMkLst>
          <pc:docMk/>
          <pc:sldMk cId="3317513728" sldId="265"/>
        </pc:sldMkLst>
        <pc:spChg chg="add del mod">
          <ac:chgData name="Francois Neveu" userId="b81bbef4-a3fd-44cf-acec-7c583c93d362" providerId="ADAL" clId="{1E9D56E0-F4AD-485C-B9E6-E78DA5C4D1B4}" dt="2025-11-24T11:24:05.964" v="104" actId="478"/>
          <ac:spMkLst>
            <pc:docMk/>
            <pc:sldMk cId="3317513728" sldId="265"/>
            <ac:spMk id="3" creationId="{29B548D3-A3A0-ADD4-C23C-D57FA7F5BD43}"/>
          </ac:spMkLst>
        </pc:spChg>
        <pc:spChg chg="mod">
          <ac:chgData name="Francois Neveu" userId="b81bbef4-a3fd-44cf-acec-7c583c93d362" providerId="ADAL" clId="{1E9D56E0-F4AD-485C-B9E6-E78DA5C4D1B4}" dt="2025-11-24T11:22:47.675" v="96" actId="14100"/>
          <ac:spMkLst>
            <pc:docMk/>
            <pc:sldMk cId="3317513728" sldId="265"/>
            <ac:spMk id="4" creationId="{00000000-0000-0000-0000-000000000000}"/>
          </ac:spMkLst>
        </pc:spChg>
        <pc:spChg chg="mod topLvl">
          <ac:chgData name="Francois Neveu" userId="b81bbef4-a3fd-44cf-acec-7c583c93d362" providerId="ADAL" clId="{1E9D56E0-F4AD-485C-B9E6-E78DA5C4D1B4}" dt="2025-11-24T11:24:40.586" v="109" actId="14100"/>
          <ac:spMkLst>
            <pc:docMk/>
            <pc:sldMk cId="3317513728" sldId="265"/>
            <ac:spMk id="6" creationId="{00000000-0000-0000-0000-000000000000}"/>
          </ac:spMkLst>
        </pc:spChg>
        <pc:spChg chg="del mod topLvl">
          <ac:chgData name="Francois Neveu" userId="b81bbef4-a3fd-44cf-acec-7c583c93d362" providerId="ADAL" clId="{1E9D56E0-F4AD-485C-B9E6-E78DA5C4D1B4}" dt="2025-11-24T11:23:47.869" v="103" actId="478"/>
          <ac:spMkLst>
            <pc:docMk/>
            <pc:sldMk cId="3317513728" sldId="265"/>
            <ac:spMk id="14" creationId="{00000000-0000-0000-0000-000000000000}"/>
          </ac:spMkLst>
        </pc:spChg>
        <pc:grpChg chg="del mod">
          <ac:chgData name="Francois Neveu" userId="b81bbef4-a3fd-44cf-acec-7c583c93d362" providerId="ADAL" clId="{1E9D56E0-F4AD-485C-B9E6-E78DA5C4D1B4}" dt="2025-11-24T11:23:47.869" v="103" actId="478"/>
          <ac:grpSpMkLst>
            <pc:docMk/>
            <pc:sldMk cId="3317513728" sldId="265"/>
            <ac:grpSpMk id="16" creationId="{00000000-0000-0000-0000-000000000000}"/>
          </ac:grpSpMkLst>
        </pc:grpChg>
        <pc:grpChg chg="mod">
          <ac:chgData name="Francois Neveu" userId="b81bbef4-a3fd-44cf-acec-7c583c93d362" providerId="ADAL" clId="{1E9D56E0-F4AD-485C-B9E6-E78DA5C4D1B4}" dt="2025-11-24T11:24:45.496" v="110" actId="1076"/>
          <ac:grpSpMkLst>
            <pc:docMk/>
            <pc:sldMk cId="3317513728" sldId="265"/>
            <ac:grpSpMk id="17" creationId="{00000000-0000-0000-0000-000000000000}"/>
          </ac:grpSpMkLst>
        </pc:grpChg>
        <pc:graphicFrameChg chg="add mod">
          <ac:chgData name="Francois Neveu" userId="b81bbef4-a3fd-44cf-acec-7c583c93d362" providerId="ADAL" clId="{1E9D56E0-F4AD-485C-B9E6-E78DA5C4D1B4}" dt="2025-11-24T11:23:08.477" v="97"/>
          <ac:graphicFrameMkLst>
            <pc:docMk/>
            <pc:sldMk cId="3317513728" sldId="265"/>
            <ac:graphicFrameMk id="2" creationId="{D5AC7ABE-61E0-F7E0-3523-53BAED72D7FB}"/>
          </ac:graphicFrameMkLst>
        </pc:graphicFrameChg>
      </pc:sldChg>
      <pc:sldChg chg="addSp delSp modSp add mod">
        <pc:chgData name="Francois Neveu" userId="b81bbef4-a3fd-44cf-acec-7c583c93d362" providerId="ADAL" clId="{1E9D56E0-F4AD-485C-B9E6-E78DA5C4D1B4}" dt="2025-11-24T11:45:33.347" v="218" actId="20577"/>
        <pc:sldMkLst>
          <pc:docMk/>
          <pc:sldMk cId="1973293515" sldId="267"/>
        </pc:sldMkLst>
        <pc:spChg chg="mod">
          <ac:chgData name="Francois Neveu" userId="b81bbef4-a3fd-44cf-acec-7c583c93d362" providerId="ADAL" clId="{1E9D56E0-F4AD-485C-B9E6-E78DA5C4D1B4}" dt="2025-11-24T11:45:33.347" v="218" actId="20577"/>
          <ac:spMkLst>
            <pc:docMk/>
            <pc:sldMk cId="1973293515" sldId="267"/>
            <ac:spMk id="124" creationId="{A64AB443-0B5E-78EF-1A9D-42E13E6CB7D4}"/>
          </ac:spMkLst>
        </pc:spChg>
        <pc:graphicFrameChg chg="add del mod modGraphic">
          <ac:chgData name="Francois Neveu" userId="b81bbef4-a3fd-44cf-acec-7c583c93d362" providerId="ADAL" clId="{1E9D56E0-F4AD-485C-B9E6-E78DA5C4D1B4}" dt="2025-11-24T11:17:39.115" v="89" actId="478"/>
          <ac:graphicFrameMkLst>
            <pc:docMk/>
            <pc:sldMk cId="1973293515" sldId="267"/>
            <ac:graphicFrameMk id="2" creationId="{F39598BE-6EBE-2D21-9AB4-3416FD0610DC}"/>
          </ac:graphicFrameMkLst>
        </pc:graphicFrameChg>
        <pc:graphicFrameChg chg="add mod modGraphic">
          <ac:chgData name="Francois Neveu" userId="b81bbef4-a3fd-44cf-acec-7c583c93d362" providerId="ADAL" clId="{1E9D56E0-F4AD-485C-B9E6-E78DA5C4D1B4}" dt="2025-11-24T11:18:46.489" v="92" actId="207"/>
          <ac:graphicFrameMkLst>
            <pc:docMk/>
            <pc:sldMk cId="1973293515" sldId="267"/>
            <ac:graphicFrameMk id="3" creationId="{B06E7A3D-4248-908C-7E60-541AFE5579C4}"/>
          </ac:graphicFrameMkLst>
        </pc:graphicFrameChg>
      </pc:sldChg>
      <pc:sldChg chg="addSp delSp modSp add mod">
        <pc:chgData name="Francois Neveu" userId="b81bbef4-a3fd-44cf-acec-7c583c93d362" providerId="ADAL" clId="{1E9D56E0-F4AD-485C-B9E6-E78DA5C4D1B4}" dt="2025-11-24T11:44:16.022" v="214" actId="14100"/>
        <pc:sldMkLst>
          <pc:docMk/>
          <pc:sldMk cId="1778453867" sldId="268"/>
        </pc:sldMkLst>
        <pc:spChg chg="add del mod">
          <ac:chgData name="Francois Neveu" userId="b81bbef4-a3fd-44cf-acec-7c583c93d362" providerId="ADAL" clId="{1E9D56E0-F4AD-485C-B9E6-E78DA5C4D1B4}" dt="2025-11-24T11:42:15.905" v="196" actId="478"/>
          <ac:spMkLst>
            <pc:docMk/>
            <pc:sldMk cId="1778453867" sldId="268"/>
            <ac:spMk id="3" creationId="{2D148A1D-A65E-B7CE-A01F-2CEAAC5B2EC5}"/>
          </ac:spMkLst>
        </pc:spChg>
        <pc:spChg chg="mod">
          <ac:chgData name="Francois Neveu" userId="b81bbef4-a3fd-44cf-acec-7c583c93d362" providerId="ADAL" clId="{1E9D56E0-F4AD-485C-B9E6-E78DA5C4D1B4}" dt="2025-11-24T11:43:10.403" v="208" actId="20577"/>
          <ac:spMkLst>
            <pc:docMk/>
            <pc:sldMk cId="1778453867" sldId="268"/>
            <ac:spMk id="123" creationId="{9E0AE733-B724-F01B-E144-E0F656F14692}"/>
          </ac:spMkLst>
        </pc:spChg>
        <pc:spChg chg="del">
          <ac:chgData name="Francois Neveu" userId="b81bbef4-a3fd-44cf-acec-7c583c93d362" providerId="ADAL" clId="{1E9D56E0-F4AD-485C-B9E6-E78DA5C4D1B4}" dt="2025-11-24T11:42:12.466" v="195" actId="478"/>
          <ac:spMkLst>
            <pc:docMk/>
            <pc:sldMk cId="1778453867" sldId="268"/>
            <ac:spMk id="124" creationId="{92D50F87-3251-5EE6-5022-78715BD32299}"/>
          </ac:spMkLst>
        </pc:spChg>
        <pc:picChg chg="add mod">
          <ac:chgData name="Francois Neveu" userId="b81bbef4-a3fd-44cf-acec-7c583c93d362" providerId="ADAL" clId="{1E9D56E0-F4AD-485C-B9E6-E78DA5C4D1B4}" dt="2025-11-24T11:44:16.022" v="214" actId="14100"/>
          <ac:picMkLst>
            <pc:docMk/>
            <pc:sldMk cId="1778453867" sldId="268"/>
            <ac:picMk id="5" creationId="{AB7A4C69-65FB-0CA5-A257-641533B74E44}"/>
          </ac:picMkLst>
        </pc:picChg>
      </pc:sldChg>
      <pc:sldChg chg="add del">
        <pc:chgData name="Francois Neveu" userId="b81bbef4-a3fd-44cf-acec-7c583c93d362" providerId="ADAL" clId="{1E9D56E0-F4AD-485C-B9E6-E78DA5C4D1B4}" dt="2025-11-24T11:42:19.459" v="198"/>
        <pc:sldMkLst>
          <pc:docMk/>
          <pc:sldMk cId="191159882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AA2A916B-845B-473C-F42F-1D315259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>
            <a:extLst>
              <a:ext uri="{FF2B5EF4-FFF2-40B4-BE49-F238E27FC236}">
                <a16:creationId xmlns:a16="http://schemas.microsoft.com/office/drawing/2014/main" id="{5137E4AD-C6D7-4B87-119E-7A424A29A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>
            <a:extLst>
              <a:ext uri="{FF2B5EF4-FFF2-40B4-BE49-F238E27FC236}">
                <a16:creationId xmlns:a16="http://schemas.microsoft.com/office/drawing/2014/main" id="{BFDA6372-64EF-6355-8CEE-C78BCD9B7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729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BE9C1B7-BA33-987F-83E3-07720B37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>
            <a:extLst>
              <a:ext uri="{FF2B5EF4-FFF2-40B4-BE49-F238E27FC236}">
                <a16:creationId xmlns:a16="http://schemas.microsoft.com/office/drawing/2014/main" id="{E9801634-2E89-D45E-20FB-8C84C27E0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>
            <a:extLst>
              <a:ext uri="{FF2B5EF4-FFF2-40B4-BE49-F238E27FC236}">
                <a16:creationId xmlns:a16="http://schemas.microsoft.com/office/drawing/2014/main" id="{7C311C1F-8508-D646-1F4D-EC1994093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806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A31641F-EE67-EEAE-6B84-A9F9A9AA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>
            <a:extLst>
              <a:ext uri="{FF2B5EF4-FFF2-40B4-BE49-F238E27FC236}">
                <a16:creationId xmlns:a16="http://schemas.microsoft.com/office/drawing/2014/main" id="{FBAEB635-D2C5-0373-4A4D-99E5B66D4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>
            <a:extLst>
              <a:ext uri="{FF2B5EF4-FFF2-40B4-BE49-F238E27FC236}">
                <a16:creationId xmlns:a16="http://schemas.microsoft.com/office/drawing/2014/main" id="{B62F125C-614F-96A4-DFC3-B370C1259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575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5071FFC7-071A-0A2C-D54B-55885022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>
            <a:extLst>
              <a:ext uri="{FF2B5EF4-FFF2-40B4-BE49-F238E27FC236}">
                <a16:creationId xmlns:a16="http://schemas.microsoft.com/office/drawing/2014/main" id="{A9EAAA6C-0C35-866A-54A0-4ABD59E49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>
            <a:extLst>
              <a:ext uri="{FF2B5EF4-FFF2-40B4-BE49-F238E27FC236}">
                <a16:creationId xmlns:a16="http://schemas.microsoft.com/office/drawing/2014/main" id="{94C07F6D-910E-E52C-54E7-C8C114373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4048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4a06501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4a06501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4111ca19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4111ca19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1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9144000" cy="24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Création d’un modèle de classification et de réponses contextuelles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fr-FR" sz="25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Cécile, Romain, François</a:t>
            </a: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650" y="286517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Classification de critiques de films et réponses contextuelles</a:t>
            </a:r>
            <a:endParaRPr dirty="0"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156578" y="1593346"/>
            <a:ext cx="8520600" cy="2276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/>
              <a:t>Ce projet comprend deux parties:</a:t>
            </a:r>
          </a:p>
          <a:p>
            <a:pPr marL="742950" lvl="1" indent="-285750"/>
            <a:r>
              <a:rPr lang="fr-FR" sz="2000" dirty="0"/>
              <a:t>Classification d’un sentiment d’une critique de film en « bon » ou « mauvais » </a:t>
            </a:r>
          </a:p>
          <a:p>
            <a:pPr marL="742950" lvl="1" indent="-285750"/>
            <a:r>
              <a:rPr lang="fr-FR" sz="2000" dirty="0"/>
              <a:t>Réponse contextuelle à une question posée sur un film</a:t>
            </a:r>
          </a:p>
        </p:txBody>
      </p:sp>
      <p:sp>
        <p:nvSpPr>
          <p:cNvPr id="4" name="Google Shape;110;p26">
            <a:extLst>
              <a:ext uri="{FF2B5EF4-FFF2-40B4-BE49-F238E27FC236}">
                <a16:creationId xmlns:a16="http://schemas.microsoft.com/office/drawing/2014/main" id="{2A6E396F-44DA-6FCC-466F-63AF889BEA04}"/>
              </a:ext>
            </a:extLst>
          </p:cNvPr>
          <p:cNvSpPr txBox="1">
            <a:spLocks/>
          </p:cNvSpPr>
          <p:nvPr/>
        </p:nvSpPr>
        <p:spPr>
          <a:xfrm>
            <a:off x="238220" y="3869871"/>
            <a:ext cx="8520600" cy="987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fr-FR" sz="2000" dirty="0"/>
              <a:t>A chaque fois on expliquera le choix du modèle, son entrainement, on prendra des exemples et on mesurera sa pertinence</a:t>
            </a:r>
          </a:p>
          <a:p>
            <a:pPr marL="742950" lvl="1" indent="-285750"/>
            <a:endParaRPr lang="fr-FR" sz="1800" dirty="0"/>
          </a:p>
          <a:p>
            <a:pPr marL="457200" lvl="1" indent="0">
              <a:buFont typeface="Arial"/>
              <a:buNone/>
            </a:pPr>
            <a:endParaRPr lang="fr-FR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164743" y="915710"/>
            <a:ext cx="8520600" cy="3468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/>
              <a:t>Outils </a:t>
            </a:r>
            <a:r>
              <a:rPr lang="fr-FR" sz="2400" dirty="0"/>
              <a:t>nouveaux utilisés:</a:t>
            </a:r>
          </a:p>
          <a:p>
            <a:pPr marL="342900"/>
            <a:r>
              <a:rPr lang="fr-FR" sz="2400" dirty="0"/>
              <a:t>la sauvegarde et le téléchargement en vue d’une utilisation locale. Par exemple sur PC</a:t>
            </a:r>
          </a:p>
          <a:p>
            <a:pPr marL="342900"/>
            <a:endParaRPr lang="fr-FR" sz="2400" dirty="0"/>
          </a:p>
          <a:p>
            <a:pPr marL="342900"/>
            <a:r>
              <a:rPr lang="fr-FR" sz="2400" dirty="0"/>
              <a:t>secondairement, </a:t>
            </a:r>
          </a:p>
          <a:p>
            <a:pPr marL="800100" lvl="1"/>
            <a:r>
              <a:rPr lang="fr-FR" sz="2000" dirty="0"/>
              <a:t>petit module de synthèse vocale, </a:t>
            </a:r>
          </a:p>
          <a:p>
            <a:pPr marL="800100" lvl="1"/>
            <a:r>
              <a:rPr lang="fr-FR" sz="2000" dirty="0"/>
              <a:t>petit module de récupération de table des matières </a:t>
            </a:r>
            <a:r>
              <a:rPr lang="fr-FR" sz="2000" dirty="0" err="1"/>
              <a:t>Colab</a:t>
            </a:r>
            <a:endParaRPr lang="fr-FR" sz="2000" dirty="0"/>
          </a:p>
          <a:p>
            <a:pPr marL="800100" lvl="1"/>
            <a:r>
              <a:rPr lang="fr-FR" sz="2000" dirty="0"/>
              <a:t>Petit module de création d’un fichier </a:t>
            </a:r>
            <a:r>
              <a:rPr lang="fr-FR" sz="2000" dirty="0" err="1"/>
              <a:t>text</a:t>
            </a:r>
            <a:r>
              <a:rPr lang="fr-FR" sz="2000" dirty="0"/>
              <a:t> avec versions de bibliothèque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CA5C691-D86D-A2ED-A400-9548E036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>
            <a:extLst>
              <a:ext uri="{FF2B5EF4-FFF2-40B4-BE49-F238E27FC236}">
                <a16:creationId xmlns:a16="http://schemas.microsoft.com/office/drawing/2014/main" id="{2782CB4A-05C7-9A21-E3FE-1C711F5E6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236" y="18376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list</a:t>
            </a:r>
            <a:endParaRPr dirty="0"/>
          </a:p>
        </p:txBody>
      </p:sp>
      <p:sp>
        <p:nvSpPr>
          <p:cNvPr id="124" name="Google Shape;124;p28">
            <a:extLst>
              <a:ext uri="{FF2B5EF4-FFF2-40B4-BE49-F238E27FC236}">
                <a16:creationId xmlns:a16="http://schemas.microsoft.com/office/drawing/2014/main" id="{68C3B7E7-1D5D-1E5F-6DED-AF2CB6285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9236" y="75646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1. CLASSIFICATION DE SENTIMENTS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Modèle de base : </a:t>
            </a:r>
            <a:r>
              <a:rPr lang="fr-FR" dirty="0" err="1"/>
              <a:t>DistilBERT</a:t>
            </a:r>
            <a:r>
              <a:rPr lang="fr-FR" dirty="0"/>
              <a:t> (</a:t>
            </a:r>
            <a:r>
              <a:rPr lang="fr-FR" dirty="0" err="1"/>
              <a:t>distilbert</a:t>
            </a:r>
            <a:r>
              <a:rPr lang="fr-FR" dirty="0"/>
              <a:t>-base-</a:t>
            </a:r>
            <a:r>
              <a:rPr lang="fr-FR" dirty="0" err="1"/>
              <a:t>uncased</a:t>
            </a:r>
            <a:r>
              <a:rPr lang="fr-FR" dirty="0"/>
              <a:t>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Technique : Fine-tuning avec </a:t>
            </a:r>
            <a:r>
              <a:rPr lang="fr-FR" dirty="0" err="1"/>
              <a:t>LoRA</a:t>
            </a:r>
            <a:r>
              <a:rPr lang="fr-FR" dirty="0"/>
              <a:t> . Résultat: </a:t>
            </a:r>
            <a:r>
              <a:rPr lang="fr-FR" dirty="0">
                <a:solidFill>
                  <a:srgbClr val="00B050"/>
                </a:solidFill>
              </a:rPr>
              <a:t>nb paramètres divisé par 100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Type : Classification binaire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</a:t>
            </a:r>
            <a:r>
              <a:rPr lang="fr-FR" dirty="0" err="1"/>
              <a:t>Dataset</a:t>
            </a:r>
            <a:r>
              <a:rPr lang="fr-FR" dirty="0"/>
              <a:t> : IMDB </a:t>
            </a:r>
            <a:r>
              <a:rPr lang="fr-FR" dirty="0" err="1"/>
              <a:t>Movie</a:t>
            </a:r>
            <a:r>
              <a:rPr lang="fr-FR" dirty="0"/>
              <a:t> </a:t>
            </a:r>
            <a:r>
              <a:rPr lang="fr-FR" dirty="0" err="1"/>
              <a:t>Reviews</a:t>
            </a:r>
            <a:endParaRPr lang="fr-FR" dirty="0"/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  * Entraînement : 10 000 échantillons (5 000 positives, 5 000 négatives)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  * Test : 2 000 échantillons (1 000 positives, 1 000 négatives)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>
                <a:solidFill>
                  <a:srgbClr val="00B050"/>
                </a:solidFill>
              </a:rPr>
              <a:t>   - Performance : 91,3% de précision, perte de validation : 0.2558</a:t>
            </a:r>
          </a:p>
          <a:p>
            <a:pPr marL="0" lvl="0" indent="0">
              <a:spcAft>
                <a:spcPts val="1600"/>
              </a:spcAft>
              <a:buNone/>
            </a:pPr>
            <a:endParaRPr lang="fr-FR" dirty="0"/>
          </a:p>
          <a:p>
            <a:pPr marL="0" lvl="0" indent="0">
              <a:spcAft>
                <a:spcPts val="1600"/>
              </a:spcAft>
              <a:buNone/>
            </a:pPr>
            <a:endParaRPr lang="fr-FR" dirty="0"/>
          </a:p>
          <a:p>
            <a:pPr marL="0" lvl="0" indent="0">
              <a:spcAft>
                <a:spcPts val="16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971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9142685E-BB12-BD81-B737-77535021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>
            <a:extLst>
              <a:ext uri="{FF2B5EF4-FFF2-40B4-BE49-F238E27FC236}">
                <a16:creationId xmlns:a16="http://schemas.microsoft.com/office/drawing/2014/main" id="{9E0AE733-B724-F01B-E144-E0F656F14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236" y="18376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Résultats</a:t>
            </a: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B7A4C69-65FB-0CA5-A257-641533B74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63" y="1227295"/>
            <a:ext cx="7213293" cy="344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53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311700" y="19193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list</a:t>
            </a:r>
            <a:endParaRPr dirty="0"/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2. SYSTÈME RAG (RETRIEVAL-AUGMENTED GENERATION)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</a:t>
            </a:r>
            <a:r>
              <a:rPr lang="fr-FR" dirty="0" err="1"/>
              <a:t>Embeddings</a:t>
            </a:r>
            <a:r>
              <a:rPr lang="fr-FR" dirty="0"/>
              <a:t> : Sentence-BERT (sentence-</a:t>
            </a:r>
            <a:r>
              <a:rPr lang="fr-FR" dirty="0" err="1"/>
              <a:t>transformers</a:t>
            </a:r>
            <a:r>
              <a:rPr lang="fr-FR" dirty="0"/>
              <a:t>/all-MiniLM-L6-v2)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Recherche : k-</a:t>
            </a:r>
            <a:r>
              <a:rPr lang="fr-FR" dirty="0" err="1"/>
              <a:t>Nearest</a:t>
            </a:r>
            <a:r>
              <a:rPr lang="fr-FR" dirty="0"/>
              <a:t> Neighbors (</a:t>
            </a:r>
            <a:r>
              <a:rPr lang="fr-FR" dirty="0" err="1"/>
              <a:t>kNN</a:t>
            </a:r>
            <a:r>
              <a:rPr lang="fr-FR" dirty="0"/>
              <a:t>) avec similarité cosinus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Génération : Flan-T5 (google/flan-t5-base)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Corpus : 10 000 critiques de films IMDB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3C70878A-FEF4-E4E5-BF0B-48F69F65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>
            <a:extLst>
              <a:ext uri="{FF2B5EF4-FFF2-40B4-BE49-F238E27FC236}">
                <a16:creationId xmlns:a16="http://schemas.microsoft.com/office/drawing/2014/main" id="{FADFAA63-8600-4DC5-C532-196745FFD4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193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list</a:t>
            </a:r>
            <a:endParaRPr dirty="0"/>
          </a:p>
        </p:txBody>
      </p:sp>
      <p:sp>
        <p:nvSpPr>
          <p:cNvPr id="124" name="Google Shape;124;p28">
            <a:extLst>
              <a:ext uri="{FF2B5EF4-FFF2-40B4-BE49-F238E27FC236}">
                <a16:creationId xmlns:a16="http://schemas.microsoft.com/office/drawing/2014/main" id="{B4D5288B-FB2E-40B9-FA5D-2D81D7E13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fr-FR" noProof="0"/>
              <a:t>2. </a:t>
            </a:r>
            <a:r>
              <a:rPr lang="fr-FR" noProof="0" dirty="0"/>
              <a:t>SYSTÈME RAG : résultats</a:t>
            </a:r>
          </a:p>
          <a:p>
            <a:pPr marL="285750" lvl="0" indent="-285750">
              <a:spcAft>
                <a:spcPts val="1600"/>
              </a:spcAft>
              <a:buFontTx/>
              <a:buChar char="-"/>
            </a:pPr>
            <a:r>
              <a:rPr lang="fr-FR" noProof="0" dirty="0"/>
              <a:t>résultats sur 50 questions: </a:t>
            </a:r>
          </a:p>
          <a:p>
            <a:pPr marL="114300" indent="0">
              <a:buNone/>
            </a:pPr>
            <a:r>
              <a:rPr lang="fr-FR" noProof="0" dirty="0"/>
              <a:t>	longueur de réponse: 27.8 </a:t>
            </a:r>
            <a:r>
              <a:rPr lang="fr-FR" noProof="0" dirty="0" err="1"/>
              <a:t>words</a:t>
            </a:r>
            <a:endParaRPr lang="fr-FR" noProof="0" dirty="0"/>
          </a:p>
          <a:p>
            <a:pPr marL="114300" indent="0">
              <a:buNone/>
            </a:pPr>
            <a:r>
              <a:rPr lang="fr-FR" noProof="0" dirty="0"/>
              <a:t>	Répétitions de réponses: 0.0</a:t>
            </a:r>
          </a:p>
          <a:p>
            <a:pPr marL="114300" indent="0">
              <a:buNone/>
            </a:pPr>
            <a:r>
              <a:rPr lang="fr-FR" noProof="0" dirty="0"/>
              <a:t>	Moyenne de keywords trouvés: 0.5</a:t>
            </a:r>
          </a:p>
          <a:p>
            <a:pPr marL="114300" indent="0">
              <a:buNone/>
            </a:pPr>
            <a:r>
              <a:rPr lang="fr-FR" noProof="0" dirty="0"/>
              <a:t>	temps de réponse moyen: 1.09 seconds</a:t>
            </a:r>
          </a:p>
          <a:p>
            <a:pPr marL="114300" indent="0">
              <a:buNone/>
            </a:pPr>
            <a:endParaRPr lang="fr-FR" noProof="0" dirty="0"/>
          </a:p>
          <a:p>
            <a:pPr marL="114300" indent="0">
              <a:buNone/>
            </a:pPr>
            <a:r>
              <a:rPr lang="fr-FR" noProof="0" dirty="0"/>
              <a:t>- bonne clarté de la réponse</a:t>
            </a:r>
          </a:p>
          <a:p>
            <a:pPr marL="114300" indent="0">
              <a:buNone/>
            </a:pPr>
            <a:r>
              <a:rPr lang="fr-FR" noProof="0" dirty="0"/>
              <a:t>	</a:t>
            </a:r>
          </a:p>
          <a:p>
            <a:pPr marL="114300" indent="0">
              <a:buNone/>
            </a:pPr>
            <a:r>
              <a:rPr lang="fr-FR" noProof="0" dirty="0"/>
              <a:t>-résultats de robustesse (questions vagues, contradictoires, ou sans rapport) concluants</a:t>
            </a:r>
          </a:p>
          <a:p>
            <a:pPr marL="0" lvl="0" indent="0">
              <a:spcAft>
                <a:spcPts val="1600"/>
              </a:spcAft>
              <a:buNone/>
            </a:pP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326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3CCE75D-0F3C-C768-F9A3-0E8DBFB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>
            <a:extLst>
              <a:ext uri="{FF2B5EF4-FFF2-40B4-BE49-F238E27FC236}">
                <a16:creationId xmlns:a16="http://schemas.microsoft.com/office/drawing/2014/main" id="{FFA64C99-11C5-EEF6-F96C-36ED5D3AC9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193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list</a:t>
            </a:r>
            <a:endParaRPr dirty="0"/>
          </a:p>
        </p:txBody>
      </p:sp>
      <p:sp>
        <p:nvSpPr>
          <p:cNvPr id="124" name="Google Shape;124;p28">
            <a:extLst>
              <a:ext uri="{FF2B5EF4-FFF2-40B4-BE49-F238E27FC236}">
                <a16:creationId xmlns:a16="http://schemas.microsoft.com/office/drawing/2014/main" id="{A64AB443-0B5E-78EF-1A9D-42E13E6CB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2. SYSTÈME RAG : exemples</a:t>
            </a:r>
          </a:p>
          <a:p>
            <a:pPr marL="0" lvl="0" indent="0">
              <a:spcAft>
                <a:spcPts val="1600"/>
              </a:spcAft>
              <a:buNone/>
            </a:pPr>
            <a:endParaRPr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06E7A3D-4248-908C-7E60-541AFE557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106544"/>
              </p:ext>
            </p:extLst>
          </p:nvPr>
        </p:nvGraphicFramePr>
        <p:xfrm>
          <a:off x="228600" y="1542801"/>
          <a:ext cx="8521701" cy="28360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147">
                  <a:extLst>
                    <a:ext uri="{9D8B030D-6E8A-4147-A177-3AD203B41FA5}">
                      <a16:colId xmlns:a16="http://schemas.microsoft.com/office/drawing/2014/main" val="3514905201"/>
                    </a:ext>
                  </a:extLst>
                </a:gridCol>
                <a:gridCol w="3095898">
                  <a:extLst>
                    <a:ext uri="{9D8B030D-6E8A-4147-A177-3AD203B41FA5}">
                      <a16:colId xmlns:a16="http://schemas.microsoft.com/office/drawing/2014/main" val="2961568607"/>
                    </a:ext>
                  </a:extLst>
                </a:gridCol>
                <a:gridCol w="510664">
                  <a:extLst>
                    <a:ext uri="{9D8B030D-6E8A-4147-A177-3AD203B41FA5}">
                      <a16:colId xmlns:a16="http://schemas.microsoft.com/office/drawing/2014/main" val="3529937342"/>
                    </a:ext>
                  </a:extLst>
                </a:gridCol>
                <a:gridCol w="510664">
                  <a:extLst>
                    <a:ext uri="{9D8B030D-6E8A-4147-A177-3AD203B41FA5}">
                      <a16:colId xmlns:a16="http://schemas.microsoft.com/office/drawing/2014/main" val="1195477520"/>
                    </a:ext>
                  </a:extLst>
                </a:gridCol>
                <a:gridCol w="510664">
                  <a:extLst>
                    <a:ext uri="{9D8B030D-6E8A-4147-A177-3AD203B41FA5}">
                      <a16:colId xmlns:a16="http://schemas.microsoft.com/office/drawing/2014/main" val="703302171"/>
                    </a:ext>
                  </a:extLst>
                </a:gridCol>
                <a:gridCol w="510664">
                  <a:extLst>
                    <a:ext uri="{9D8B030D-6E8A-4147-A177-3AD203B41FA5}">
                      <a16:colId xmlns:a16="http://schemas.microsoft.com/office/drawing/2014/main" val="738104821"/>
                    </a:ext>
                  </a:extLst>
                </a:gridCol>
              </a:tblGrid>
              <a:tr h="28618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query</a:t>
                      </a:r>
                      <a:endParaRPr lang="fr-FR" sz="9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response</a:t>
                      </a:r>
                      <a:endParaRPr lang="fr-FR" sz="9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response_length</a:t>
                      </a:r>
                      <a:endParaRPr lang="fr-FR" sz="9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repetitions</a:t>
                      </a:r>
                      <a:endParaRPr lang="fr-FR" sz="9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keywords_found</a:t>
                      </a:r>
                      <a:endParaRPr lang="fr-FR" sz="9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latency</a:t>
                      </a:r>
                      <a:endParaRPr lang="fr-FR" sz="9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/>
                </a:tc>
                <a:extLst>
                  <a:ext uri="{0D108BD9-81ED-4DB2-BD59-A6C34878D82A}">
                    <a16:rowId xmlns:a16="http://schemas.microsoft.com/office/drawing/2014/main" val="504904752"/>
                  </a:ext>
                </a:extLst>
              </a:tr>
              <a:tr h="4266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Is The Shawshank Redemption a good film?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Yes, it's better than this movie. It'll make you cringe. But it will be worth watching. The Shawshank Redemption is a good movie, but it has fewer laughs than other movies.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2,508127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extLst>
                  <a:ext uri="{0D108BD9-81ED-4DB2-BD59-A6C34878D82A}">
                    <a16:rowId xmlns:a16="http://schemas.microsoft.com/office/drawing/2014/main" val="807371096"/>
                  </a:ext>
                </a:extLst>
              </a:tr>
              <a:tr h="4266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What did people think about the acting in Pulp Fiction?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Negative. 1). Just awful 2). There was a lot of cheap acting. 3. The music was not bad. 4. There were terribly bad special effects. 5. It wasn't that bad either.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4,47216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extLst>
                  <a:ext uri="{0D108BD9-81ED-4DB2-BD59-A6C34878D82A}">
                    <a16:rowId xmlns:a16="http://schemas.microsoft.com/office/drawing/2014/main" val="973731526"/>
                  </a:ext>
                </a:extLst>
              </a:tr>
              <a:tr h="2861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How was the plot of Inception?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The plot was poorly written and acted. The acting was poor. There was no logic and direction. It was like a train wreck.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1,48796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extLst>
                  <a:ext uri="{0D108BD9-81ED-4DB2-BD59-A6C34878D82A}">
                    <a16:rowId xmlns:a16="http://schemas.microsoft.com/office/drawing/2014/main" val="2112439271"/>
                  </a:ext>
                </a:extLst>
              </a:tr>
              <a:tr h="2861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Was The Dark Knight generally reviewed positively or negatively?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Negative. (If a positive review is good enough then it is regarded as irate). (if negative reviews are good then this is bad enough)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24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1,422393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extLst>
                  <a:ext uri="{0D108BD9-81ED-4DB2-BD59-A6C34878D82A}">
                    <a16:rowId xmlns:a16="http://schemas.microsoft.com/office/drawing/2014/main" val="2952925305"/>
                  </a:ext>
                </a:extLst>
              </a:tr>
              <a:tr h="4266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Who directed Forrest Gump according to the reviews?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Denzel Washington. (Review) This film, I thought, was the great journey that Forrest Gump should have been. It's a rare treat to watch ...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24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2,393699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extLst>
                  <a:ext uri="{0D108BD9-81ED-4DB2-BD59-A6C34878D82A}">
                    <a16:rowId xmlns:a16="http://schemas.microsoft.com/office/drawing/2014/main" val="3842299572"/>
                  </a:ext>
                </a:extLst>
              </a:tr>
              <a:tr h="5670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What's the general sentiment about 'Spirited Away'?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solidFill>
                            <a:schemeClr val="bg1"/>
                          </a:solidFill>
                          <a:effectLst/>
                        </a:rPr>
                        <a:t>positive. This is one of the best animated family films of all time. Moreover, virtually all of [...] ... the serious rivals for this title came from the same creative mind of Hiyao Miyazaki and his Studio Ghibli.</a:t>
                      </a:r>
                      <a:endParaRPr lang="en-US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>
                          <a:solidFill>
                            <a:schemeClr val="bg1"/>
                          </a:solidFill>
                          <a:effectLst/>
                        </a:rPr>
                        <a:t>0</a:t>
                      </a:r>
                      <a:endParaRPr lang="fr-FR" sz="9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2,48813</a:t>
                      </a:r>
                      <a:endParaRPr lang="fr-FR" sz="9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19" marR="5319" marT="5319" marB="0" anchor="b"/>
                </a:tc>
                <a:extLst>
                  <a:ext uri="{0D108BD9-81ED-4DB2-BD59-A6C34878D82A}">
                    <a16:rowId xmlns:a16="http://schemas.microsoft.com/office/drawing/2014/main" val="3972493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9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Difficulties you managed to overcome</a:t>
            </a: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4294967295"/>
          </p:nvPr>
        </p:nvSpPr>
        <p:spPr>
          <a:xfrm>
            <a:off x="452225" y="3038661"/>
            <a:ext cx="8520600" cy="10189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-FR" dirty="0"/>
              <a:t>P</a:t>
            </a:r>
            <a:r>
              <a:rPr lang="en" dirty="0"/>
              <a:t>erformance obtenue des modèles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-FR" dirty="0"/>
              <a:t>C</a:t>
            </a:r>
            <a:r>
              <a:rPr lang="en" dirty="0"/>
              <a:t>larté du code</a:t>
            </a:r>
            <a:endParaRPr dirty="0"/>
          </a:p>
        </p:txBody>
      </p:sp>
      <p:sp>
        <p:nvSpPr>
          <p:cNvPr id="133" name="Google Shape;133;p29"/>
          <p:cNvSpPr txBox="1"/>
          <p:nvPr/>
        </p:nvSpPr>
        <p:spPr>
          <a:xfrm>
            <a:off x="311700" y="1999050"/>
            <a:ext cx="829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What you are proud of during this hackathon (features or management)</a:t>
            </a: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" name="Google Shape;134;p29"/>
          <p:cNvSpPr txBox="1">
            <a:spLocks noGrp="1"/>
          </p:cNvSpPr>
          <p:nvPr>
            <p:ph type="body" idx="4294967295"/>
          </p:nvPr>
        </p:nvSpPr>
        <p:spPr>
          <a:xfrm>
            <a:off x="311700" y="752875"/>
            <a:ext cx="85206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-FR" dirty="0"/>
              <a:t>P</a:t>
            </a:r>
            <a:r>
              <a:rPr lang="en" dirty="0"/>
              <a:t>as de difficulté très particulière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SHOW your project via Colab  + results and visualization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30"/>
          <p:cNvSpPr txBox="1">
            <a:spLocks noGrp="1"/>
          </p:cNvSpPr>
          <p:nvPr>
            <p:ph type="title" idx="4294967295"/>
          </p:nvPr>
        </p:nvSpPr>
        <p:spPr>
          <a:xfrm>
            <a:off x="4654800" y="752875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4min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25" y="3301912"/>
            <a:ext cx="4829012" cy="1792381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1410918" y="612571"/>
            <a:ext cx="3973882" cy="15118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tx1"/>
                </a:solidFill>
              </a:rPr>
              <a:t>→ Sauvegarde / téléchargement (notebook)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Modèle de classification 	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RAG (Corpus, </a:t>
            </a:r>
            <a:r>
              <a:rPr lang="fr-FR" sz="1800" dirty="0" err="1">
                <a:solidFill>
                  <a:schemeClr val="tx1"/>
                </a:solidFill>
              </a:rPr>
              <a:t>embeddings</a:t>
            </a:r>
            <a:r>
              <a:rPr lang="fr-FR" sz="1800" dirty="0">
                <a:solidFill>
                  <a:schemeClr val="tx1"/>
                </a:solidFill>
              </a:rPr>
              <a:t>, générateur)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7908" y="184063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800" b="1" dirty="0">
                <a:solidFill>
                  <a:schemeClr val="tx1"/>
                </a:solidFill>
              </a:rPr>
              <a:t>CLI_interface.py</a:t>
            </a:r>
          </a:p>
        </p:txBody>
      </p:sp>
      <p:grpSp>
        <p:nvGrpSpPr>
          <p:cNvPr id="17" name="Groupe 16"/>
          <p:cNvGrpSpPr/>
          <p:nvPr/>
        </p:nvGrpSpPr>
        <p:grpSpPr>
          <a:xfrm>
            <a:off x="6299187" y="894958"/>
            <a:ext cx="1899667" cy="2059587"/>
            <a:chOff x="5941219" y="612279"/>
            <a:chExt cx="2532889" cy="2477535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 rotWithShape="1">
            <a:blip r:embed="rId3"/>
            <a:srcRect l="5521" r="9521" b="5415"/>
            <a:stretch/>
          </p:blipFill>
          <p:spPr>
            <a:xfrm>
              <a:off x="5941219" y="612279"/>
              <a:ext cx="2532888" cy="2477535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964510" y="676656"/>
              <a:ext cx="2509598" cy="868680"/>
            </a:xfrm>
            <a:prstGeom prst="rect">
              <a:avLst/>
            </a:prstGeom>
            <a:solidFill>
              <a:srgbClr val="5B9BD5">
                <a:alpha val="28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964508" y="2450609"/>
              <a:ext cx="2509599" cy="621775"/>
            </a:xfrm>
            <a:prstGeom prst="rect">
              <a:avLst/>
            </a:prstGeom>
            <a:solidFill>
              <a:srgbClr val="5B9BD5">
                <a:alpha val="28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64507" y="1891664"/>
              <a:ext cx="2509600" cy="549784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2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</p:grpSp>
      <p:sp>
        <p:nvSpPr>
          <p:cNvPr id="6" name="Rectangle 5"/>
          <p:cNvSpPr/>
          <p:nvPr/>
        </p:nvSpPr>
        <p:spPr>
          <a:xfrm>
            <a:off x="1410918" y="2149021"/>
            <a:ext cx="3973882" cy="941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bg1"/>
                </a:solidFill>
              </a:rPr>
              <a:t>→ Terminal 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fr-FR" sz="1800" dirty="0" err="1">
                <a:solidFill>
                  <a:schemeClr val="bg1"/>
                </a:solidFill>
              </a:rPr>
              <a:t>Pip</a:t>
            </a:r>
            <a:r>
              <a:rPr lang="fr-FR" sz="1800" dirty="0">
                <a:solidFill>
                  <a:schemeClr val="bg1"/>
                </a:solidFill>
              </a:rPr>
              <a:t> </a:t>
            </a:r>
            <a:r>
              <a:rPr lang="fr-FR" sz="1800" dirty="0" err="1">
                <a:solidFill>
                  <a:schemeClr val="bg1"/>
                </a:solidFill>
              </a:rPr>
              <a:t>istall</a:t>
            </a:r>
            <a:r>
              <a:rPr lang="fr-FR" sz="1800" dirty="0">
                <a:solidFill>
                  <a:schemeClr val="bg1"/>
                </a:solidFill>
              </a:rPr>
              <a:t> –r requirements.txt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bg1"/>
                </a:solidFill>
              </a:rPr>
              <a:t>python cli_interface.py</a:t>
            </a:r>
          </a:p>
        </p:txBody>
      </p:sp>
    </p:spTree>
    <p:extLst>
      <p:ext uri="{BB962C8B-B14F-4D97-AF65-F5344CB8AC3E}">
        <p14:creationId xmlns:p14="http://schemas.microsoft.com/office/powerpoint/2010/main" val="3317513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/>
          <p:cNvGrpSpPr/>
          <p:nvPr/>
        </p:nvGrpSpPr>
        <p:grpSpPr>
          <a:xfrm>
            <a:off x="1483219" y="1331290"/>
            <a:ext cx="5795582" cy="1287896"/>
            <a:chOff x="337566" y="1668891"/>
            <a:chExt cx="7727442" cy="1717195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 rotWithShape="1">
            <a:blip r:embed="rId2"/>
            <a:srcRect t="38353" b="12737"/>
            <a:stretch/>
          </p:blipFill>
          <p:spPr>
            <a:xfrm>
              <a:off x="337566" y="2837446"/>
              <a:ext cx="7727442" cy="548640"/>
            </a:xfrm>
            <a:prstGeom prst="rect">
              <a:avLst/>
            </a:prstGeom>
          </p:spPr>
        </p:pic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566" y="1668891"/>
              <a:ext cx="7727442" cy="1071970"/>
            </a:xfrm>
            <a:prstGeom prst="rect">
              <a:avLst/>
            </a:prstGeom>
          </p:spPr>
        </p:pic>
      </p:grpSp>
      <p:grpSp>
        <p:nvGrpSpPr>
          <p:cNvPr id="8" name="Groupe 7"/>
          <p:cNvGrpSpPr/>
          <p:nvPr/>
        </p:nvGrpSpPr>
        <p:grpSpPr>
          <a:xfrm>
            <a:off x="1472184" y="2992681"/>
            <a:ext cx="6035613" cy="1785504"/>
            <a:chOff x="236980" y="3661057"/>
            <a:chExt cx="8047484" cy="238067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694" y="3661057"/>
              <a:ext cx="8032770" cy="1817744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 rotWithShape="1">
            <a:blip r:embed="rId5"/>
            <a:srcRect t="73488" r="2530"/>
            <a:stretch/>
          </p:blipFill>
          <p:spPr>
            <a:xfrm>
              <a:off x="236980" y="5575386"/>
              <a:ext cx="8047484" cy="466343"/>
            </a:xfrm>
            <a:prstGeom prst="rect">
              <a:avLst/>
            </a:prstGeom>
          </p:spPr>
        </p:pic>
      </p:grpSp>
      <p:sp>
        <p:nvSpPr>
          <p:cNvPr id="6" name="ZoneTexte 5"/>
          <p:cNvSpPr txBox="1"/>
          <p:nvPr/>
        </p:nvSpPr>
        <p:spPr>
          <a:xfrm>
            <a:off x="1472184" y="417529"/>
            <a:ext cx="5884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00" dirty="0">
                <a:solidFill>
                  <a:schemeClr val="tx1"/>
                </a:solidFill>
              </a:rPr>
              <a:t>Exemples : réponses variables à une même question</a:t>
            </a:r>
          </a:p>
        </p:txBody>
      </p:sp>
    </p:spTree>
    <p:extLst>
      <p:ext uri="{BB962C8B-B14F-4D97-AF65-F5344CB8AC3E}">
        <p14:creationId xmlns:p14="http://schemas.microsoft.com/office/powerpoint/2010/main" val="2212361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149" name="Google Shape;14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link (PUBLIC REPO)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2-mn video link (CAN BE 3 or 4 minutes max) - from LOOM or Google Drive (must be public) →</a:t>
            </a:r>
            <a:r>
              <a:rPr lang="en" i="1">
                <a:solidFill>
                  <a:srgbClr val="FF00FF"/>
                </a:solidFill>
              </a:rPr>
              <a:t> to do during the weekend only</a:t>
            </a:r>
            <a:endParaRPr i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764</Words>
  <Application>Microsoft Office PowerPoint</Application>
  <PresentationFormat>Affichage à l'écran (16:9)</PresentationFormat>
  <Paragraphs>113</Paragraphs>
  <Slides>13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Oswald</vt:lpstr>
      <vt:lpstr>Calibri</vt:lpstr>
      <vt:lpstr>Simple Dark</vt:lpstr>
      <vt:lpstr>Simple Dark</vt:lpstr>
      <vt:lpstr>Présentation PowerPoint</vt:lpstr>
      <vt:lpstr>Classification de critiques de films et réponses contextuelles</vt:lpstr>
      <vt:lpstr>Stack</vt:lpstr>
      <vt:lpstr>Features list</vt:lpstr>
      <vt:lpstr>Résultats</vt:lpstr>
      <vt:lpstr>Features list</vt:lpstr>
      <vt:lpstr>Features list</vt:lpstr>
      <vt:lpstr>Features list</vt:lpstr>
      <vt:lpstr>Présentation PowerPoint</vt:lpstr>
      <vt:lpstr>Time of presentation : 4min max</vt:lpstr>
      <vt:lpstr>Présentation PowerPoint</vt:lpstr>
      <vt:lpstr>Présentation PowerPoint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Francois Neveu (extern)</dc:creator>
  <cp:lastModifiedBy>Francois Neveu</cp:lastModifiedBy>
  <cp:revision>1</cp:revision>
  <dcterms:modified xsi:type="dcterms:W3CDTF">2025-11-24T13:52:26Z</dcterms:modified>
</cp:coreProperties>
</file>